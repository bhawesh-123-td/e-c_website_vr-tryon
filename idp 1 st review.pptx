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797675" cy="987425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6/jWZmKxSEGaVFJD1maWTNtXO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2" y="1233487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 txBox="1"/>
          <p:nvPr/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9c5b361d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9c5b361d1_0_19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59c5b361d1_0_195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9c5b361d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9c5b361d1_0_21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59c5b361d1_0_214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9c5b361d1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9c5b361d1_1_1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259c5b361d1_1_11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7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 rot="5400000">
            <a:off x="8960649" y="3226587"/>
            <a:ext cx="385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A479-4B11-524E-1C99-BC6FBB35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D9375-5E22-0711-6574-079E5044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4E227-DE99-E144-CDAB-2D91754D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393E8-5413-731F-693D-843511A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0" y="-1587"/>
            <a:ext cx="12192011" cy="6865654"/>
            <a:chOff x="0" y="-2373"/>
            <a:chExt cx="12192011" cy="6867027"/>
          </a:xfrm>
        </p:grpSpPr>
        <p:sp>
          <p:nvSpPr>
            <p:cNvPr id="11" name="Google Shape;11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1"/>
            <p:cNvSpPr/>
            <p:nvPr/>
          </p:nvSpPr>
          <p:spPr>
            <a:xfrm>
              <a:off x="0" y="804"/>
              <a:ext cx="12192011" cy="6857492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ftr" idx="11"/>
          </p:nvPr>
        </p:nvSpPr>
        <p:spPr>
          <a:xfrm rot="5400000">
            <a:off x="8960649" y="3226587"/>
            <a:ext cx="385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383458" y="908685"/>
            <a:ext cx="11130166" cy="180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Century Gothic"/>
              <a:buNone/>
            </a:pPr>
            <a:r>
              <a:rPr lang="en-IN" sz="4000" b="1" dirty="0"/>
              <a:t>AI BASED VIRTUAL TRY-ON SYSTEM</a:t>
            </a:r>
            <a:br>
              <a:rPr lang="en-IN" sz="4000" b="1" dirty="0"/>
            </a:br>
            <a:r>
              <a:rPr lang="en-IN" sz="4000" b="1" dirty="0"/>
              <a:t>FOR ONLINE CLOTHING SHOPPING USING COMPUTER VISION</a:t>
            </a:r>
            <a:endParaRPr sz="4000" b="1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5830759" y="2959941"/>
            <a:ext cx="54657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 : 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dirty="0"/>
              <a:t>SIDDHARTH R (1CR25IS162)</a:t>
            </a:r>
            <a:endParaRPr sz="2400" dirty="0"/>
          </a:p>
          <a:p>
            <a:pPr marL="0" lvl="0" indent="0" algn="r">
              <a:buSzPts val="1920"/>
            </a:pPr>
            <a:r>
              <a:rPr lang="en-US" sz="2400" dirty="0"/>
              <a:t>SINCHANA S SOODA(1CR25IS163)</a:t>
            </a:r>
          </a:p>
          <a:p>
            <a:pPr marL="0" lvl="0" indent="0" algn="r">
              <a:buSzPts val="1920"/>
            </a:pPr>
            <a:r>
              <a:rPr lang="en-US" sz="2400" dirty="0"/>
              <a:t>BINDHUSHREE.G (1CR25AD030)</a:t>
            </a:r>
          </a:p>
          <a:p>
            <a:pPr marL="0" lvl="0" indent="0" algn="r">
              <a:buSzPts val="1920"/>
            </a:pPr>
            <a:r>
              <a:rPr lang="en-US" sz="2400" dirty="0"/>
              <a:t>BHAWESH MISHRA(1CR25AD029)</a:t>
            </a: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7208429" y="5703109"/>
            <a:ext cx="498357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Faculty Guide: Dr. Chithra</a:t>
            </a:r>
            <a:endParaRPr sz="2000" dirty="0">
              <a:solidFill>
                <a:srgbClr val="00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80D54E86-B18C-16FE-237E-61186FCA6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0" y="2581436"/>
            <a:ext cx="4407761" cy="2904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9c5b361d1_0_195"/>
          <p:cNvSpPr txBox="1">
            <a:spLocks noGrp="1"/>
          </p:cNvSpPr>
          <p:nvPr>
            <p:ph type="title"/>
          </p:nvPr>
        </p:nvSpPr>
        <p:spPr>
          <a:xfrm>
            <a:off x="1354728" y="1453675"/>
            <a:ext cx="8761500" cy="7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04" name="Google Shape;104;g259c5b361d1_0_19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C7D8AA5C-4AD3-2961-7029-1E9F978E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51" y="482112"/>
            <a:ext cx="1383755" cy="911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B1E22C-4C67-1E85-5176-ADEDBA1F0113}"/>
              </a:ext>
            </a:extLst>
          </p:cNvPr>
          <p:cNvSpPr txBox="1"/>
          <p:nvPr/>
        </p:nvSpPr>
        <p:spPr>
          <a:xfrm>
            <a:off x="1384962" y="2654710"/>
            <a:ext cx="103140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Online clothing shopping lacks physical trial experience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Size, fit, and appearance uncertainty leads to high return rates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AI-based Virtual Try-On (VTO) systems solve this problem using </a:t>
            </a:r>
            <a:r>
              <a:rPr lang="en-US" sz="2400" b="1" dirty="0">
                <a:solidFill>
                  <a:schemeClr val="bg1"/>
                </a:solidFill>
              </a:rPr>
              <a:t>Computer Vision &amp; Deep Learning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Allows users to visualize clothes on their own body digitally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Enhances user experience and confidence in purchase decisions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9c5b361d1_0_2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Literature Survey</a:t>
            </a:r>
            <a:endParaRPr dirty="0"/>
          </a:p>
        </p:txBody>
      </p:sp>
      <p:sp>
        <p:nvSpPr>
          <p:cNvPr id="113" name="Google Shape;113;g259c5b361d1_0_2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4" name="Google Shape;114;g259c5b361d1_0_214"/>
          <p:cNvSpPr txBox="1"/>
          <p:nvPr/>
        </p:nvSpPr>
        <p:spPr>
          <a:xfrm>
            <a:off x="1264025" y="34693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E10A5F48-9301-05BD-8A5C-C7A22421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60" y="502549"/>
            <a:ext cx="2011304" cy="132556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3C045FD-CA1A-7726-6A44-0BB1DB50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492" y="2444378"/>
            <a:ext cx="107853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Early systems used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2D image overlay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(low accuracy)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Advanced models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GANs (Generative Adversarial Networks)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improved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realism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Research shows use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Pose estimation models (e.g.,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Image warping &amp; texture mapping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Recent studies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3D body modeling &amp; real-time try-on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Limitations: high computational cost, occlusion issues, imperfect fitting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9c5b361d1_1_11"/>
          <p:cNvSpPr txBox="1">
            <a:spLocks noGrp="1"/>
          </p:cNvSpPr>
          <p:nvPr>
            <p:ph type="title"/>
          </p:nvPr>
        </p:nvSpPr>
        <p:spPr>
          <a:xfrm>
            <a:off x="3487642" y="1496219"/>
            <a:ext cx="4047413" cy="7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OBJECTIVES</a:t>
            </a:r>
            <a:endParaRPr dirty="0"/>
          </a:p>
        </p:txBody>
      </p:sp>
      <p:sp>
        <p:nvSpPr>
          <p:cNvPr id="125" name="Google Shape;125;g259c5b361d1_1_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FD52A090-D228-9098-F85E-5FB9B4067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0" y="524656"/>
            <a:ext cx="2011304" cy="132556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37F46CA-7B2D-005A-F7B0-4E0D35C28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297" y="2513270"/>
            <a:ext cx="80778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develop an AI-based system for virtual clothing try-on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provide realistic visualization of clothes on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reduce product return rates in e-commerce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improve customer satisfaction and engagement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enable real-time and user-friendly interaction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5547-04F3-3F2F-C4C8-34157C3B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440" y="1554658"/>
            <a:ext cx="5215120" cy="70800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7C64D-611E-C6C6-0D28-6C1CE130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A4B08D29-FB46-158B-27AC-80EAC816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" y="397618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AD5FD7-49FC-ABC3-5A26-CBDC54C254B5}"/>
              </a:ext>
            </a:extLst>
          </p:cNvPr>
          <p:cNvSpPr txBox="1"/>
          <p:nvPr/>
        </p:nvSpPr>
        <p:spPr>
          <a:xfrm>
            <a:off x="1347020" y="2536722"/>
            <a:ext cx="102058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Input:</a:t>
            </a:r>
            <a:r>
              <a:rPr lang="en-IN" sz="2400" dirty="0">
                <a:solidFill>
                  <a:schemeClr val="bg1"/>
                </a:solidFill>
              </a:rPr>
              <a:t> User image or live camera feed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Step 1:</a:t>
            </a:r>
            <a:r>
              <a:rPr lang="en-IN" sz="2400" dirty="0">
                <a:solidFill>
                  <a:schemeClr val="bg1"/>
                </a:solidFill>
              </a:rPr>
              <a:t> Human detection &amp; pose estimation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Step 2:</a:t>
            </a:r>
            <a:r>
              <a:rPr lang="en-IN" sz="2400" dirty="0">
                <a:solidFill>
                  <a:schemeClr val="bg1"/>
                </a:solidFill>
              </a:rPr>
              <a:t> Body segmentation (separating body parts)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Step 3:</a:t>
            </a:r>
            <a:r>
              <a:rPr lang="en-IN" sz="2400" dirty="0">
                <a:solidFill>
                  <a:schemeClr val="bg1"/>
                </a:solidFill>
              </a:rPr>
              <a:t> Cloth image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Step 4:</a:t>
            </a:r>
            <a:r>
              <a:rPr lang="en-IN" sz="2400" dirty="0">
                <a:solidFill>
                  <a:schemeClr val="bg1"/>
                </a:solidFill>
              </a:rPr>
              <a:t> Image warping &amp; fitting using deep learning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Step 5:</a:t>
            </a:r>
            <a:r>
              <a:rPr lang="en-IN" sz="2400" dirty="0">
                <a:solidFill>
                  <a:schemeClr val="bg1"/>
                </a:solidFill>
              </a:rPr>
              <a:t> Output generation (final try-on image)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Technologies used: Python, OpenCV, TensorFlow/</a:t>
            </a:r>
            <a:r>
              <a:rPr lang="en-IN" sz="2400" dirty="0" err="1">
                <a:solidFill>
                  <a:schemeClr val="bg1"/>
                </a:solidFill>
              </a:rPr>
              <a:t>PyTorch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57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39DF-59BF-1BC5-155A-97204BE3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180" y="1060627"/>
            <a:ext cx="8415520" cy="708000"/>
          </a:xfrm>
        </p:spPr>
        <p:txBody>
          <a:bodyPr/>
          <a:lstStyle/>
          <a:p>
            <a:r>
              <a:rPr lang="en-IN" dirty="0"/>
              <a:t>EXPERIMENTATION AND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17DBA-AB99-AAC8-2642-95092B3C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03BDD654-39F8-09BB-938D-7EEFB782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07" y="542792"/>
            <a:ext cx="2011304" cy="132556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7FEE4C0-8580-1F59-AB47-491B5068D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12" y="1541231"/>
            <a:ext cx="1018621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Dataset: Fashion datasets (DeepFashion, VITON dataset)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Evaluation metrics: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Fit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Processing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Compared traditional vs AI-based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Results show: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Improved realism using GAN-based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Better alignment with pose estimation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Challenges observed: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Handling loose clothes &amp; occlusions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performance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742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3F6E-9672-001F-FFC2-DC380A0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732" y="825785"/>
            <a:ext cx="3746084" cy="7080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6CA719-B19A-D72C-7895-0E3279010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6678D56B-F151-B6A1-FE58-49C5ED9F8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12" y="517004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2DD9B-E0B4-077F-AD9E-F912E0ABD105}"/>
              </a:ext>
            </a:extLst>
          </p:cNvPr>
          <p:cNvSpPr txBox="1"/>
          <p:nvPr/>
        </p:nvSpPr>
        <p:spPr>
          <a:xfrm>
            <a:off x="2113934" y="2133600"/>
            <a:ext cx="85737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AI-based Virtual Try-On enhances online shopping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Reduces uncertainty and return rates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Provides realistic visualization using computer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Future improvements: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Better 3D modeling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Faster real-time systems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Integration with AR/VR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Has strong potential in the future of e-commerce </a:t>
            </a:r>
          </a:p>
        </p:txBody>
      </p:sp>
    </p:spTree>
    <p:extLst>
      <p:ext uri="{BB962C8B-B14F-4D97-AF65-F5344CB8AC3E}">
        <p14:creationId xmlns:p14="http://schemas.microsoft.com/office/powerpoint/2010/main" val="1336770435"/>
      </p:ext>
    </p:extLst>
  </p:cSld>
  <p:clrMapOvr>
    <a:masterClrMapping/>
  </p:clrMapOvr>
</p:sld>
</file>

<file path=ppt/theme/theme1.xml><?xml version="1.0" encoding="utf-8"?>
<a:theme xmlns:a="http://schemas.openxmlformats.org/drawingml/2006/main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369</Words>
  <Application>Microsoft Office PowerPoint</Application>
  <PresentationFormat>Widescreen</PresentationFormat>
  <Paragraphs>71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Calibri</vt:lpstr>
      <vt:lpstr>Noto Sans Symbols</vt:lpstr>
      <vt:lpstr>1_Ion Boardroom</vt:lpstr>
      <vt:lpstr>AI BASED VIRTUAL TRY-ON SYSTEM FOR ONLINE CLOTHING SHOPPING USING COMPUTER VISION</vt:lpstr>
      <vt:lpstr>INTRODUCTION</vt:lpstr>
      <vt:lpstr>Literature Survey</vt:lpstr>
      <vt:lpstr>OBJECTIVES</vt:lpstr>
      <vt:lpstr>METHODOLOGY</vt:lpstr>
      <vt:lpstr>EXPERIMENTATION AND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User</dc:creator>
  <cp:lastModifiedBy>Sinchana Sooda</cp:lastModifiedBy>
  <cp:revision>5</cp:revision>
  <dcterms:created xsi:type="dcterms:W3CDTF">2017-08-03T09:47:51Z</dcterms:created>
  <dcterms:modified xsi:type="dcterms:W3CDTF">2026-04-01T05:30:56Z</dcterms:modified>
</cp:coreProperties>
</file>